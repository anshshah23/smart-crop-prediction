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74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dan Thakar" userId="d13e1b56a778a572" providerId="LiveId" clId="{BD4933CE-8D40-4EDF-997A-D7CFFFAD8DC5}"/>
    <pc:docChg chg="custSel addSld modSld">
      <pc:chgData name="Vandan Thakar" userId="d13e1b56a778a572" providerId="LiveId" clId="{BD4933CE-8D40-4EDF-997A-D7CFFFAD8DC5}" dt="2026-01-09T16:37:23.135" v="26" actId="14100"/>
      <pc:docMkLst>
        <pc:docMk/>
      </pc:docMkLst>
      <pc:sldChg chg="addSp delSp modSp mod">
        <pc:chgData name="Vandan Thakar" userId="d13e1b56a778a572" providerId="LiveId" clId="{BD4933CE-8D40-4EDF-997A-D7CFFFAD8DC5}" dt="2026-01-09T16:32:21.098" v="3" actId="14100"/>
        <pc:sldMkLst>
          <pc:docMk/>
          <pc:sldMk cId="3139396610" sldId="258"/>
        </pc:sldMkLst>
        <pc:picChg chg="del">
          <ac:chgData name="Vandan Thakar" userId="d13e1b56a778a572" providerId="LiveId" clId="{BD4933CE-8D40-4EDF-997A-D7CFFFAD8DC5}" dt="2026-01-09T16:31:52.871" v="0" actId="478"/>
          <ac:picMkLst>
            <pc:docMk/>
            <pc:sldMk cId="3139396610" sldId="258"/>
            <ac:picMk id="3" creationId="{6D16F8DA-01AB-1B6A-AD30-9B8C3DA72C4E}"/>
          </ac:picMkLst>
        </pc:picChg>
        <pc:picChg chg="add mod">
          <ac:chgData name="Vandan Thakar" userId="d13e1b56a778a572" providerId="LiveId" clId="{BD4933CE-8D40-4EDF-997A-D7CFFFAD8DC5}" dt="2026-01-09T16:32:21.098" v="3" actId="14100"/>
          <ac:picMkLst>
            <pc:docMk/>
            <pc:sldMk cId="3139396610" sldId="258"/>
            <ac:picMk id="4" creationId="{72903752-C633-66C6-8FED-0D382DD41765}"/>
          </ac:picMkLst>
        </pc:picChg>
      </pc:sldChg>
      <pc:sldChg chg="addSp delSp modSp mod">
        <pc:chgData name="Vandan Thakar" userId="d13e1b56a778a572" providerId="LiveId" clId="{BD4933CE-8D40-4EDF-997A-D7CFFFAD8DC5}" dt="2026-01-09T16:34:09.527" v="7" actId="14100"/>
        <pc:sldMkLst>
          <pc:docMk/>
          <pc:sldMk cId="3216699697" sldId="259"/>
        </pc:sldMkLst>
        <pc:picChg chg="del">
          <ac:chgData name="Vandan Thakar" userId="d13e1b56a778a572" providerId="LiveId" clId="{BD4933CE-8D40-4EDF-997A-D7CFFFAD8DC5}" dt="2026-01-09T16:32:33.407" v="4" actId="478"/>
          <ac:picMkLst>
            <pc:docMk/>
            <pc:sldMk cId="3216699697" sldId="259"/>
            <ac:picMk id="3" creationId="{40F47BD9-3F31-BB70-7345-00A8B68FF550}"/>
          </ac:picMkLst>
        </pc:picChg>
        <pc:picChg chg="add mod">
          <ac:chgData name="Vandan Thakar" userId="d13e1b56a778a572" providerId="LiveId" clId="{BD4933CE-8D40-4EDF-997A-D7CFFFAD8DC5}" dt="2026-01-09T16:34:09.527" v="7" actId="14100"/>
          <ac:picMkLst>
            <pc:docMk/>
            <pc:sldMk cId="3216699697" sldId="259"/>
            <ac:picMk id="4" creationId="{13E6FBC1-C97A-96F1-75F6-55611692E35A}"/>
          </ac:picMkLst>
        </pc:picChg>
      </pc:sldChg>
      <pc:sldChg chg="addSp delSp modSp mod">
        <pc:chgData name="Vandan Thakar" userId="d13e1b56a778a572" providerId="LiveId" clId="{BD4933CE-8D40-4EDF-997A-D7CFFFAD8DC5}" dt="2026-01-09T16:35:55.952" v="15" actId="14100"/>
        <pc:sldMkLst>
          <pc:docMk/>
          <pc:sldMk cId="274156049" sldId="269"/>
        </pc:sldMkLst>
        <pc:picChg chg="del">
          <ac:chgData name="Vandan Thakar" userId="d13e1b56a778a572" providerId="LiveId" clId="{BD4933CE-8D40-4EDF-997A-D7CFFFAD8DC5}" dt="2026-01-09T16:35:25.684" v="12" actId="478"/>
          <ac:picMkLst>
            <pc:docMk/>
            <pc:sldMk cId="274156049" sldId="269"/>
            <ac:picMk id="3" creationId="{36D09B40-427F-FC1A-A55B-E2AB6C020A38}"/>
          </ac:picMkLst>
        </pc:picChg>
        <pc:picChg chg="add mod">
          <ac:chgData name="Vandan Thakar" userId="d13e1b56a778a572" providerId="LiveId" clId="{BD4933CE-8D40-4EDF-997A-D7CFFFAD8DC5}" dt="2026-01-09T16:35:55.952" v="15" actId="14100"/>
          <ac:picMkLst>
            <pc:docMk/>
            <pc:sldMk cId="274156049" sldId="269"/>
            <ac:picMk id="4" creationId="{C9E9660A-0909-C3ED-6867-D08200ACAFC1}"/>
          </ac:picMkLst>
        </pc:picChg>
      </pc:sldChg>
      <pc:sldChg chg="addSp delSp modSp mod">
        <pc:chgData name="Vandan Thakar" userId="d13e1b56a778a572" providerId="LiveId" clId="{BD4933CE-8D40-4EDF-997A-D7CFFFAD8DC5}" dt="2026-01-09T16:36:43.498" v="21" actId="14100"/>
        <pc:sldMkLst>
          <pc:docMk/>
          <pc:sldMk cId="411774332" sldId="270"/>
        </pc:sldMkLst>
        <pc:picChg chg="del">
          <ac:chgData name="Vandan Thakar" userId="d13e1b56a778a572" providerId="LiveId" clId="{BD4933CE-8D40-4EDF-997A-D7CFFFAD8DC5}" dt="2026-01-09T16:36:01.938" v="16" actId="478"/>
          <ac:picMkLst>
            <pc:docMk/>
            <pc:sldMk cId="411774332" sldId="270"/>
            <ac:picMk id="3" creationId="{7E0303D1-6AD3-2837-ACC2-3EE8AC0D0CA7}"/>
          </ac:picMkLst>
        </pc:picChg>
        <pc:picChg chg="add mod">
          <ac:chgData name="Vandan Thakar" userId="d13e1b56a778a572" providerId="LiveId" clId="{BD4933CE-8D40-4EDF-997A-D7CFFFAD8DC5}" dt="2026-01-09T16:36:43.498" v="21" actId="14100"/>
          <ac:picMkLst>
            <pc:docMk/>
            <pc:sldMk cId="411774332" sldId="270"/>
            <ac:picMk id="4" creationId="{B574A9A9-DC81-0509-DC67-B77480031FB1}"/>
          </ac:picMkLst>
        </pc:picChg>
      </pc:sldChg>
      <pc:sldChg chg="addSp delSp modSp mod">
        <pc:chgData name="Vandan Thakar" userId="d13e1b56a778a572" providerId="LiveId" clId="{BD4933CE-8D40-4EDF-997A-D7CFFFAD8DC5}" dt="2026-01-09T16:37:23.135" v="26" actId="14100"/>
        <pc:sldMkLst>
          <pc:docMk/>
          <pc:sldMk cId="367900664" sldId="271"/>
        </pc:sldMkLst>
        <pc:picChg chg="del">
          <ac:chgData name="Vandan Thakar" userId="d13e1b56a778a572" providerId="LiveId" clId="{BD4933CE-8D40-4EDF-997A-D7CFFFAD8DC5}" dt="2026-01-09T16:36:54.508" v="22" actId="478"/>
          <ac:picMkLst>
            <pc:docMk/>
            <pc:sldMk cId="367900664" sldId="271"/>
            <ac:picMk id="3" creationId="{2EC4C273-9D40-968E-3A05-FB8F20AC60DC}"/>
          </ac:picMkLst>
        </pc:picChg>
        <pc:picChg chg="add mod">
          <ac:chgData name="Vandan Thakar" userId="d13e1b56a778a572" providerId="LiveId" clId="{BD4933CE-8D40-4EDF-997A-D7CFFFAD8DC5}" dt="2026-01-09T16:37:23.135" v="26" actId="14100"/>
          <ac:picMkLst>
            <pc:docMk/>
            <pc:sldMk cId="367900664" sldId="271"/>
            <ac:picMk id="4" creationId="{24AA89AC-1BCC-D024-400C-07FE95DF87CD}"/>
          </ac:picMkLst>
        </pc:picChg>
      </pc:sldChg>
      <pc:sldChg chg="addSp modSp new mod">
        <pc:chgData name="Vandan Thakar" userId="d13e1b56a778a572" providerId="LiveId" clId="{BD4933CE-8D40-4EDF-997A-D7CFFFAD8DC5}" dt="2026-01-09T16:35:12.652" v="11" actId="14100"/>
        <pc:sldMkLst>
          <pc:docMk/>
          <pc:sldMk cId="764413910" sldId="274"/>
        </pc:sldMkLst>
        <pc:picChg chg="add mod">
          <ac:chgData name="Vandan Thakar" userId="d13e1b56a778a572" providerId="LiveId" clId="{BD4933CE-8D40-4EDF-997A-D7CFFFAD8DC5}" dt="2026-01-09T16:35:12.652" v="11" actId="14100"/>
          <ac:picMkLst>
            <pc:docMk/>
            <pc:sldMk cId="764413910" sldId="274"/>
            <ac:picMk id="3" creationId="{E014E620-3109-FEEF-FF65-84769C8C0D8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299D8-3FF8-3550-D5A4-CBE8D36AF8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BEF52F-5222-6137-0CE4-DE8649BFD9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AD899-64DB-6028-D0CE-2CC5B2C09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9B44C-A305-440A-93AD-F5B594BDA598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38302-BB7E-44E3-7188-9D3780734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EBC9B-A150-D51C-D6AE-7895B2996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B86F1-BE16-468B-AE5D-CCCE28F1A3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833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DE399-8049-8D19-0A44-B0F587091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2C9D5-7772-13E1-915F-862A64AF6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88853-D2D7-27D6-001E-5F7FDD9D0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9B44C-A305-440A-93AD-F5B594BDA598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00707-8EBA-74EE-9D55-05F18845A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8FBF-EA77-ADF0-73FA-57B0E5201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B86F1-BE16-468B-AE5D-CCCE28F1A3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267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162D0-F3D6-C941-D74A-4D6D58378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8DA7A1-EA7E-5DEA-C8CF-CD6C040EE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CD75E-7FEE-271C-D80B-E439C4214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9B44C-A305-440A-93AD-F5B594BDA598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9AD19-CBB2-1FDD-FD6D-5431CA5AE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38E0A-2432-9AE9-B0DC-CD5387E5D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B86F1-BE16-468B-AE5D-CCCE28F1A3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7065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D7341-437B-651E-1C6C-9E0138167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53459-9A47-98E7-90EC-54B23AC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35AFC0-8179-6C12-336B-451B10333F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D8662A-FC57-85F6-E358-AB15C6EBE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9B44C-A305-440A-93AD-F5B594BDA598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167EEB-5176-4CC0-E191-38C56944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E17762-3BFA-FC66-4C13-C44701FCB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B86F1-BE16-468B-AE5D-CCCE28F1A3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1011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354E1-9F24-F17A-E9D1-68182E6E6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2E9ABF-D019-5D96-7D41-4EF9AF0BE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2F2DB1-CD96-4C7B-05D5-234890C663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224B30-57C9-291A-4DE7-BACE2F0BAB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133FE3-CAE7-D995-F624-528569BE61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95930C-CF09-1CB7-A70F-9DBFADB53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9B44C-A305-440A-93AD-F5B594BDA598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D34F75-7CEC-C392-8B0D-6230B4E33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E306F1-996B-E172-9DDD-BE8CF1908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B86F1-BE16-468B-AE5D-CCCE28F1A3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7550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BBCC2-8542-BFBD-E1CB-698DCAAF5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2451B8-AB5B-10D3-326F-EB3263B43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9B44C-A305-440A-93AD-F5B594BDA598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20CB6A-9F66-0985-7DFE-44987101F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0E7A97-ECFB-4178-DBE8-2C1262C8D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B86F1-BE16-468B-AE5D-CCCE28F1A3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6609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8DE8CE-16FB-7113-F267-9A586D58A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9B44C-A305-440A-93AD-F5B594BDA598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64D01B-B96D-EA7E-6D65-70A4EC95E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ECC2A-25C5-A3B1-4299-529D35506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B86F1-BE16-468B-AE5D-CCCE28F1A3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230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E5BBE-E501-56C8-6EDA-BADA735E5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94845-B0CF-7332-5511-440237D03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3DD6F0-EC55-D8F1-7E32-717D6DEE84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9DCD9B-8A0B-8C8B-A643-8C0942EE6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9B44C-A305-440A-93AD-F5B594BDA598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408BA4-EA6B-A837-6838-90F6EF975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4CE426-6A3A-CB64-BFC8-BAB9C1073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B86F1-BE16-468B-AE5D-CCCE28F1A3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663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ABE3E-A96F-199B-CA9A-2382C0ACB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4E5D19-05C8-56A6-C059-42A7B010D5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120F95-E856-A1F4-D218-108DC5F754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2485CB-B0DE-79CD-3603-9AEDE809A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9B44C-A305-440A-93AD-F5B594BDA598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5E9BE9-2E82-79B9-FC11-2634C668F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809DCC-2AA0-E1C5-B7BE-1F55CB7D9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B86F1-BE16-468B-AE5D-CCCE28F1A3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004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6F9E3-1C6C-1168-5799-6C5C0039D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CFBFB3-5FF7-D0D8-BD1F-1412408CC6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5E110D-3A3C-A873-CFA5-6265D5AC3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9B44C-A305-440A-93AD-F5B594BDA598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69ED50-8CB8-DA94-104D-3AAD59C02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FAED1-7C7D-9354-3AEA-8B63528F9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B86F1-BE16-468B-AE5D-CCCE28F1A3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4006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A7EE98-410A-76EF-93EC-50BC75DD15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CD512C-A6DC-80B7-918B-CF956921CC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015D2-3F0C-5B2C-54A2-6C64BCF29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9B44C-A305-440A-93AD-F5B594BDA598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0FB25-31C6-5A9C-9501-79CC27639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9D898-627F-418D-94A0-58D59A907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B86F1-BE16-468B-AE5D-CCCE28F1A3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0643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445403-10F1-1E25-1529-83E2A0E3C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62F305-7636-1ED7-7A07-13586010B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A328C5-0844-2A61-1190-F0D6757DFA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A9B44C-A305-440A-93AD-F5B594BDA598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56041-AE0F-B8E5-CFAF-6AC3087660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B7B2D-5691-EDA5-C444-821E0AA998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BB86F1-BE16-468B-AE5D-CCCE28F1A3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1453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418AC-46E9-C9A6-A4B6-6EF062CA0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095BE0-9D7E-85B8-5A61-32145873E0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4727"/>
            <a:ext cx="12192000" cy="6867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012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903752-C633-66C6-8FED-0D382DD417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924"/>
            <a:ext cx="12192000" cy="688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396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E6FBC1-C97A-96F1-75F6-55611692E3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786"/>
            <a:ext cx="12192000" cy="6891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699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14E620-3109-FEEF-FF65-84769C8C0D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228"/>
            <a:ext cx="12192000" cy="6829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413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ADFC6C-45AA-7B3F-0E72-C7AC880E00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0" y="0"/>
            <a:ext cx="12180200" cy="6864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987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241975-9129-24CB-662B-C4F61EC397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686"/>
            <a:ext cx="12225400" cy="683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335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33F239-E425-745C-FC0A-043986609D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48"/>
            <a:ext cx="12191999" cy="6859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593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28D51A-F808-B552-8024-C4A822A668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1" y="-1"/>
            <a:ext cx="12192561" cy="685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626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F04260-ABC7-B4B9-C722-3371149465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"/>
            <a:ext cx="12192000" cy="682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902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D78D19-9952-0252-A507-4997FD1B8B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663"/>
            <a:ext cx="12192000" cy="689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911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05913F-F86E-3617-55FD-0A2A8652AD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924"/>
            <a:ext cx="12192000" cy="688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830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768555-8191-0798-EA86-B0FAAC75B2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861"/>
            <a:ext cx="12192000" cy="6875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92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9D4206-A60A-CB84-3CAD-3DAC599DBB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924"/>
            <a:ext cx="12192000" cy="688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282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E9660A-0909-C3ED-6867-D08200ACAF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159"/>
            <a:ext cx="12192000" cy="6864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560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74A9A9-DC81-0509-DC67-B77480031F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990"/>
            <a:ext cx="12191999" cy="6899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743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4AA89AC-1BCC-D024-400C-07FE95DF87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780"/>
            <a:ext cx="12192000" cy="6895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006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F80DAE-DD37-E6FD-0C6F-07F516734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901"/>
            <a:ext cx="12191999" cy="6905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9306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6B8A50-44A3-A3A1-294C-0B66B93756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812"/>
            <a:ext cx="12191999" cy="687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338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Vandan Thakar</dc:creator>
  <cp:lastModifiedBy>Vandan Thakar</cp:lastModifiedBy>
  <cp:revision>1</cp:revision>
  <dcterms:created xsi:type="dcterms:W3CDTF">2026-01-09T13:58:24Z</dcterms:created>
  <dcterms:modified xsi:type="dcterms:W3CDTF">2026-01-09T16:37:31Z</dcterms:modified>
</cp:coreProperties>
</file>